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97680"/>
            <a:ext cx="4023360" cy="4023360"/>
          </a:xfrm>
          <a:prstGeom prst="ellipse">
            <a:avLst/>
          </a:prstGeom>
          <a:solidFill>
            <a:srgbClr val="A26769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-1005840"/>
            <a:ext cx="2560320" cy="2560320"/>
          </a:xfrm>
          <a:prstGeom prst="ellipse">
            <a:avLst/>
          </a:prstGeom>
          <a:solidFill>
            <a:srgbClr val="ECE2D0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МЕДИАКИТ ·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[ВАШ НИК]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13232" y="36118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C28E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Fitness &amp; Lifestyle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5943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@[ваш_аккаунт]    ·    Telegram @[ваш_аккаунт]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Обо мне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840480" cy="4389120"/>
          </a:xfrm>
          <a:prstGeom prst="roundRect">
            <a:avLst>
              <a:gd name="adj" fmla="val 4286"/>
            </a:avLst>
          </a:prstGeom>
          <a:solidFill>
            <a:srgbClr val="ECE2D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3832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(добавьте своё фото)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37760" y="1691640"/>
            <a:ext cx="65836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Привет! Я [Имя]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создаю контент о фитнесе и осознанном образе жизни.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Помогаю девушкам полюбить спорт без насилия над собой: простые тренировки дома, питание без жёстких диет и мотивация на каждый день.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Моя аудитория доверяет рекомендациям и активно вовлекается в контент — это и делает интеграции по-настоящему рабочими.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Аудитория в цифрах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76656" y="2103120"/>
            <a:ext cx="2468880" cy="2286000"/>
          </a:xfrm>
          <a:prstGeom prst="roundRect">
            <a:avLst>
              <a:gd name="adj" fmla="val 6400"/>
            </a:avLst>
          </a:prstGeom>
          <a:solidFill>
            <a:srgbClr val="ECE2D0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4688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48 200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68096" y="3429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подписчиков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65576" y="2103120"/>
            <a:ext cx="2468880" cy="2286000"/>
          </a:xfrm>
          <a:prstGeom prst="roundRect">
            <a:avLst>
              <a:gd name="adj" fmla="val 6400"/>
            </a:avLst>
          </a:prstGeom>
          <a:solidFill>
            <a:srgbClr val="ECE2D0"/>
          </a:solidFill>
          <a:ln/>
        </p:spPr>
      </p:sp>
      <p:sp>
        <p:nvSpPr>
          <p:cNvPr id="7" name="Text 5"/>
          <p:cNvSpPr/>
          <p:nvPr/>
        </p:nvSpPr>
        <p:spPr>
          <a:xfrm>
            <a:off x="3465576" y="24688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 млн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557016" y="3429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охват в месяц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54496" y="2103120"/>
            <a:ext cx="2468880" cy="2286000"/>
          </a:xfrm>
          <a:prstGeom prst="roundRect">
            <a:avLst>
              <a:gd name="adj" fmla="val 6400"/>
            </a:avLst>
          </a:prstGeom>
          <a:solidFill>
            <a:srgbClr val="ECE2D0"/>
          </a:solidFill>
          <a:ln/>
        </p:spPr>
      </p:sp>
      <p:sp>
        <p:nvSpPr>
          <p:cNvPr id="10" name="Text 8"/>
          <p:cNvSpPr/>
          <p:nvPr/>
        </p:nvSpPr>
        <p:spPr>
          <a:xfrm>
            <a:off x="6254496" y="24688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8.5%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345936" y="3429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вовлечённость, 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43416" y="2103120"/>
            <a:ext cx="2468880" cy="2286000"/>
          </a:xfrm>
          <a:prstGeom prst="roundRect">
            <a:avLst>
              <a:gd name="adj" fmla="val 6400"/>
            </a:avLst>
          </a:prstGeom>
          <a:solidFill>
            <a:srgbClr val="ECE2D0"/>
          </a:solidFill>
          <a:ln/>
        </p:spPr>
      </p:sp>
      <p:sp>
        <p:nvSpPr>
          <p:cNvPr id="13" name="Text 11"/>
          <p:cNvSpPr/>
          <p:nvPr/>
        </p:nvSpPr>
        <p:spPr>
          <a:xfrm>
            <a:off x="9043416" y="24688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320 K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134856" y="3429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ср. просмотры Reels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" y="49377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Цифры приведены для примера — замените своими из статистики аккаунта.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Кто моя аудитория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04088" y="1645920"/>
            <a:ext cx="3383280" cy="4023360"/>
          </a:xfrm>
          <a:prstGeom prst="roundRect">
            <a:avLst>
              <a:gd name="adj" fmla="val 3784"/>
            </a:avLst>
          </a:prstGeom>
          <a:solidFill>
            <a:srgbClr val="F6F0E6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8408" y="19202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755648" y="199339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Пол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24128" y="288036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 женщины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 мужчины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7408" y="1645920"/>
            <a:ext cx="3383280" cy="4023360"/>
          </a:xfrm>
          <a:prstGeom prst="roundRect">
            <a:avLst>
              <a:gd name="adj" fmla="val 3784"/>
            </a:avLst>
          </a:prstGeom>
          <a:solidFill>
            <a:srgbClr val="F6F0E6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81728" y="19202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🎂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58968" y="199339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Возраст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27448" y="288036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18–24   —  30%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25–34   —  45%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35–44   —  20%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45+       —  5%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10728" y="1645920"/>
            <a:ext cx="3383280" cy="4023360"/>
          </a:xfrm>
          <a:prstGeom prst="roundRect">
            <a:avLst>
              <a:gd name="adj" fmla="val 3784"/>
            </a:avLst>
          </a:prstGeom>
          <a:solidFill>
            <a:srgbClr val="F6F0E6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85048" y="19202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📍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162288" y="199339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География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430768" y="288036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Москва — 28%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Санкт-Петербург — 14%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Казань, Екб, Новосибирск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др. города РФ и СНГ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Форматы сотрудничества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15544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Reels-интеграция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349240" y="155448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Нативная интеграция продукта в сюжет ролика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532888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328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2487168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Stories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349240" y="2487168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Серия из 3–5 сторис с отметкой и активной ссылкой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465576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4655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0200" y="3419856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Пост в ленте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349240" y="3419856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или карусель с подробным честным обзором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398264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39826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352544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Амбассадорство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349240" y="4352544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Долгосрочное сотрудничество и регулярные упоминания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5330952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3309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00200" y="528523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Распаковка / обзор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349240" y="5285232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продукта в действии — тест на себе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Примеры сотрудничества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76656" y="1645920"/>
            <a:ext cx="5257800" cy="1965960"/>
          </a:xfrm>
          <a:prstGeom prst="roundRect">
            <a:avLst>
              <a:gd name="adj" fmla="val 6512"/>
            </a:avLst>
          </a:prstGeom>
          <a:solidFill>
            <a:srgbClr val="ECE2D0"/>
          </a:solidFill>
          <a:ln/>
        </p:spPr>
      </p:sp>
      <p:sp>
        <p:nvSpPr>
          <p:cNvPr id="4" name="Text 2"/>
          <p:cNvSpPr/>
          <p:nvPr/>
        </p:nvSpPr>
        <p:spPr>
          <a:xfrm>
            <a:off x="996696" y="187452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[Бренд спортпита]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96696" y="24231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+ Stories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96696" y="283464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Охват 520K · 1 400 переходов на сайт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54496" y="1645920"/>
            <a:ext cx="5257800" cy="1965960"/>
          </a:xfrm>
          <a:prstGeom prst="roundRect">
            <a:avLst>
              <a:gd name="adj" fmla="val 6512"/>
            </a:avLst>
          </a:prstGeom>
          <a:solidFill>
            <a:srgbClr val="ECE2D0"/>
          </a:solidFill>
          <a:ln/>
        </p:spPr>
      </p:sp>
      <p:sp>
        <p:nvSpPr>
          <p:cNvPr id="8" name="Text 6"/>
          <p:cNvSpPr/>
          <p:nvPr/>
        </p:nvSpPr>
        <p:spPr>
          <a:xfrm>
            <a:off x="6574536" y="187452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[Фитнес-приложение]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74536" y="24231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Reels-интеграция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74536" y="283464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12 000 установок по промокоду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6656" y="3886200"/>
            <a:ext cx="5257800" cy="1965960"/>
          </a:xfrm>
          <a:prstGeom prst="roundRect">
            <a:avLst>
              <a:gd name="adj" fmla="val 6512"/>
            </a:avLst>
          </a:prstGeom>
          <a:solidFill>
            <a:srgbClr val="ECE2D0"/>
          </a:solidFill>
          <a:ln/>
        </p:spPr>
      </p:sp>
      <p:sp>
        <p:nvSpPr>
          <p:cNvPr id="12" name="Text 10"/>
          <p:cNvSpPr/>
          <p:nvPr/>
        </p:nvSpPr>
        <p:spPr>
          <a:xfrm>
            <a:off x="996696" y="411480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[Бренд одежды]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96696" y="466344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 + Stories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96696" y="507492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out коллекции за 3 дня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54496" y="3886200"/>
            <a:ext cx="5257800" cy="1965960"/>
          </a:xfrm>
          <a:prstGeom prst="roundRect">
            <a:avLst>
              <a:gd name="adj" fmla="val 6512"/>
            </a:avLst>
          </a:prstGeom>
          <a:solidFill>
            <a:srgbClr val="ECE2D0"/>
          </a:solidFill>
          <a:ln/>
        </p:spPr>
      </p:sp>
      <p:sp>
        <p:nvSpPr>
          <p:cNvPr id="16" name="Text 14"/>
          <p:cNvSpPr/>
          <p:nvPr/>
        </p:nvSpPr>
        <p:spPr>
          <a:xfrm>
            <a:off x="6574536" y="411480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[Эко-косметика]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574536" y="466344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Распаковка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74536" y="507492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11% · 380 сохранений поста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Пакеты сотрудничества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04088" y="1554480"/>
            <a:ext cx="3383280" cy="4206240"/>
          </a:xfrm>
          <a:prstGeom prst="roundRect">
            <a:avLst>
              <a:gd name="adj" fmla="val 3784"/>
            </a:avLst>
          </a:prstGeom>
          <a:solidFill>
            <a:srgbClr val="F6F0E6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4088" y="18288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Базовый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04088" y="24231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 ___ ₽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5568" y="3154680"/>
            <a:ext cx="2606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Stories-серия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Отметка аккаунта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Активная ссылка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407408" y="1554480"/>
            <a:ext cx="3383280" cy="4206240"/>
          </a:xfrm>
          <a:prstGeom prst="roundRect">
            <a:avLst>
              <a:gd name="adj" fmla="val 3784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07408" y="18288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Стандарт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407408" y="24231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8E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 ___ ₽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18888" y="3154680"/>
            <a:ext cx="2606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Reels-интеграция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Stories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Репост в закреп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Промокод для подписчиков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110728" y="1554480"/>
            <a:ext cx="3383280" cy="4206240"/>
          </a:xfrm>
          <a:prstGeom prst="roundRect">
            <a:avLst>
              <a:gd name="adj" fmla="val 3784"/>
            </a:avLst>
          </a:prstGeom>
          <a:solidFill>
            <a:srgbClr val="F6F0E6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18288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Премиум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10728" y="24231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 ___ ₽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522208" y="3154680"/>
            <a:ext cx="2606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Reels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Stories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 в ленте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Месяц упоминаний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Эксклюзив в нише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04088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Точную стоимость и условия обсуждаем индивидуально.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97680"/>
            <a:ext cx="4023360" cy="4023360"/>
          </a:xfrm>
          <a:prstGeom prst="ellipse">
            <a:avLst/>
          </a:prstGeom>
          <a:solidFill>
            <a:srgbClr val="A26769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-1005840"/>
            <a:ext cx="2560320" cy="2560320"/>
          </a:xfrm>
          <a:prstGeom prst="ellipse">
            <a:avLst/>
          </a:prstGeom>
          <a:solidFill>
            <a:srgbClr val="ECE2D0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63040"/>
            <a:ext cx="10789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Давайте создадим крутой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контент вместе ✨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10058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 [ваш-email]@mail.ru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  Telegram:  @[ваш_аккаунт]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 Instagram:  @[ваш_аккаунт]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2026-06-06T06:46:32Z</dcterms:created>
  <dcterms:modified xsi:type="dcterms:W3CDTF">2026-06-06T06:46:32Z</dcterms:modified>
</cp:coreProperties>
</file>