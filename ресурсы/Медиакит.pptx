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023360" cy="4023360"/>
          </a:xfrm>
          <a:prstGeom prst="ellipse">
            <a:avLst/>
          </a:prstGeom>
          <a:solidFill>
            <a:srgbClr val="A26769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05840" y="-1005840"/>
            <a:ext cx="2560320" cy="2560320"/>
          </a:xfrm>
          <a:prstGeom prst="ellipse">
            <a:avLst/>
          </a:prstGeom>
          <a:solidFill>
            <a:srgbClr val="ECE2D0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731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МЕДИАКИТ ·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[ВАШ НИК]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13232" y="36118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28E9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Fitness &amp; Lifestyle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@[ваш_аккаунт]    ·    Telegram @[ваш_аккаунт]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Обо мне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840480" cy="4389120"/>
          </a:xfrm>
          <a:prstGeom prst="roundRect">
            <a:avLst>
              <a:gd name="adj" fmla="val 4286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38328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(добавьте своё фото)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937760" y="1691640"/>
            <a:ext cx="65836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Привет! Я [Имя]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создаю контент о фитнесе и осознанном образе жизни.
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Помогаю девушкам полюбить спорт без насилия над собой: простые тренировки дома, питание без жёстких диет и мотивация на каждый день.
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Моя аудитория доверяет рекомендациям и активно вовлекается в контент — это и делает интеграции по-настоящему рабочими.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Аудитория в цифрах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76656" y="2103120"/>
            <a:ext cx="2468880" cy="2286000"/>
          </a:xfrm>
          <a:prstGeom prst="roundRect">
            <a:avLst>
              <a:gd name="adj" fmla="val 6400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676656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48 200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68096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подписчиков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65576" y="2103120"/>
            <a:ext cx="2468880" cy="2286000"/>
          </a:xfrm>
          <a:prstGeom prst="roundRect">
            <a:avLst>
              <a:gd name="adj" fmla="val 6400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/>
          <p:nvPr/>
        </p:nvSpPr>
        <p:spPr>
          <a:xfrm>
            <a:off x="3465576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 млн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557016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 в месяц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54496" y="2103120"/>
            <a:ext cx="2468880" cy="2286000"/>
          </a:xfrm>
          <a:prstGeom prst="roundRect">
            <a:avLst>
              <a:gd name="adj" fmla="val 6400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/>
          <p:nvPr/>
        </p:nvSpPr>
        <p:spPr>
          <a:xfrm>
            <a:off x="6254496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8.5%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345936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вовлечённость, 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43416" y="2103120"/>
            <a:ext cx="2468880" cy="2286000"/>
          </a:xfrm>
          <a:prstGeom prst="roundRect">
            <a:avLst>
              <a:gd name="adj" fmla="val 6400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/>
          <p:nvPr/>
        </p:nvSpPr>
        <p:spPr>
          <a:xfrm>
            <a:off x="9043416" y="24688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320 K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34856" y="34290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просмотры Reels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" y="4937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приведены для примера — замените своими из статистики аккаунта.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моя аудитория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04088" y="1645920"/>
            <a:ext cx="3383280" cy="4023360"/>
          </a:xfrm>
          <a:prstGeom prst="roundRect">
            <a:avLst>
              <a:gd name="adj" fmla="val 3784"/>
            </a:avLst>
          </a:prstGeom>
          <a:solidFill>
            <a:srgbClr val="F6F0E6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78408" y="1920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👩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55648" y="199339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4128" y="288036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 женщины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 мужчины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7408" y="1645920"/>
            <a:ext cx="3383280" cy="4023360"/>
          </a:xfrm>
          <a:prstGeom prst="roundRect">
            <a:avLst>
              <a:gd name="adj" fmla="val 3784"/>
            </a:avLst>
          </a:prstGeom>
          <a:solidFill>
            <a:srgbClr val="F6F0E6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81728" y="1920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🎂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58968" y="199339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Возраст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27448" y="288036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18–24   —  30%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25–34   —  45%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35–44   —  20%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45+       —  5%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10728" y="1645920"/>
            <a:ext cx="3383280" cy="4023360"/>
          </a:xfrm>
          <a:prstGeom prst="roundRect">
            <a:avLst>
              <a:gd name="adj" fmla="val 3784"/>
            </a:avLst>
          </a:prstGeom>
          <a:solidFill>
            <a:srgbClr val="F6F0E6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85048" y="1920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📍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162288" y="1993392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География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30768" y="2880360"/>
            <a:ext cx="27432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Москва — 28%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Санкт-Петербург — 14%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Казань, Екб, Новосибирск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др. города РФ и СНГ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Форматы сотрудничества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600200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155448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Reels-интеграция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349240" y="1554480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интеграция продукта в сюжет ролика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3288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2487168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Stories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49240" y="2487168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Серия из 3–5 сторис с отметкой и активной ссылкой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465576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46557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419856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 в ленте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349240" y="3419856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или карусель с подробным честным обзором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4398264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39826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4352544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Амбассадорство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49240" y="4352544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Долгосрочное сотрудничество и регулярные упоминания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5330952"/>
            <a:ext cx="640080" cy="640080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3309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5285232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Распаковка / обзор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349240" y="5285232"/>
            <a:ext cx="6126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продукта в действии — тест на себе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Примеры сотрудничества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76656" y="1645920"/>
            <a:ext cx="5257800" cy="1965960"/>
          </a:xfrm>
          <a:prstGeom prst="roundRect">
            <a:avLst>
              <a:gd name="adj" fmla="val 6512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" y="187452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[Бренд спортпита]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96696" y="242316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+ Stories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96696" y="283464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Охват 520K · 1 400 переходов на сайт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54496" y="1645920"/>
            <a:ext cx="5257800" cy="1965960"/>
          </a:xfrm>
          <a:prstGeom prst="roundRect">
            <a:avLst>
              <a:gd name="adj" fmla="val 6512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/>
          <p:nvPr/>
        </p:nvSpPr>
        <p:spPr>
          <a:xfrm>
            <a:off x="6574536" y="187452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[Фитнес-приложение]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74536" y="242316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Reels-интеграция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74536" y="283464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 установок по промокоду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6656" y="3886200"/>
            <a:ext cx="5257800" cy="1965960"/>
          </a:xfrm>
          <a:prstGeom prst="roundRect">
            <a:avLst>
              <a:gd name="adj" fmla="val 6512"/>
            </a:avLst>
          </a:prstGeom>
          <a:solidFill>
            <a:srgbClr val="ECE2D0"/>
          </a:solidFill>
          <a:ln/>
        </p:spPr>
      </p:sp>
      <p:sp>
        <p:nvSpPr>
          <p:cNvPr id="12" name="Text 10"/>
          <p:cNvSpPr/>
          <p:nvPr/>
        </p:nvSpPr>
        <p:spPr>
          <a:xfrm>
            <a:off x="996696" y="4114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[Бренд одежды]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96696" y="466344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 + Stories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96696" y="507492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коллекции за 3 дня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54496" y="3886200"/>
            <a:ext cx="5257800" cy="1965960"/>
          </a:xfrm>
          <a:prstGeom prst="roundRect">
            <a:avLst>
              <a:gd name="adj" fmla="val 6512"/>
            </a:avLst>
          </a:prstGeom>
          <a:solidFill>
            <a:srgbClr val="ECE2D0"/>
          </a:solidFill>
          <a:ln/>
        </p:spPr>
      </p:sp>
      <p:sp>
        <p:nvSpPr>
          <p:cNvPr id="16" name="Text 14"/>
          <p:cNvSpPr/>
          <p:nvPr/>
        </p:nvSpPr>
        <p:spPr>
          <a:xfrm>
            <a:off x="6574536" y="4114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[Эко-косметика]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74536" y="466344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Распаковка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74536" y="5074920"/>
            <a:ext cx="4617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11% · 380 сохранений поста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Пакеты сотрудничества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04088" y="1554480"/>
            <a:ext cx="3383280" cy="4206240"/>
          </a:xfrm>
          <a:prstGeom prst="roundRect">
            <a:avLst>
              <a:gd name="adj" fmla="val 3784"/>
            </a:avLst>
          </a:prstGeom>
          <a:solidFill>
            <a:srgbClr val="F6F0E6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04088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Базовый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04088" y="2423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___ ₽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15568" y="3154680"/>
            <a:ext cx="2606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Stories-серия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аккаунта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Активная ссылка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407408" y="1554480"/>
            <a:ext cx="3383280" cy="4206240"/>
          </a:xfrm>
          <a:prstGeom prst="roundRect">
            <a:avLst>
              <a:gd name="adj" fmla="val 378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07408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Стандарт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407408" y="2423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8E9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___ ₽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18888" y="3154680"/>
            <a:ext cx="2606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Reels-интеграция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Stories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Репост в закреп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Промокод для подписчиков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10728" y="1554480"/>
            <a:ext cx="3383280" cy="4206240"/>
          </a:xfrm>
          <a:prstGeom prst="roundRect">
            <a:avLst>
              <a:gd name="adj" fmla="val 3784"/>
            </a:avLst>
          </a:prstGeom>
          <a:solidFill>
            <a:srgbClr val="F6F0E6"/>
          </a:solidFill>
          <a:ln w="12700">
            <a:solidFill>
              <a:srgbClr val="ECE2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828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Премиум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10728" y="2423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267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___ ₽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3154680"/>
            <a:ext cx="2606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Reels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Stories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 в ленте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 упоминаний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Эксклюзив в нише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0408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Точную стоимость и условия обсуждаем индивидуально.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97680"/>
            <a:ext cx="4023360" cy="4023360"/>
          </a:xfrm>
          <a:prstGeom prst="ellipse">
            <a:avLst/>
          </a:prstGeom>
          <a:solidFill>
            <a:srgbClr val="A26769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005840" y="-1005840"/>
            <a:ext cx="2560320" cy="2560320"/>
          </a:xfrm>
          <a:prstGeom prst="ellipse">
            <a:avLst/>
          </a:prstGeom>
          <a:solidFill>
            <a:srgbClr val="ECE2D0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63040"/>
            <a:ext cx="10789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Давайте создадим крутой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контент вместе ✨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 [ваш-email]@mail.ru
</a:t>
            </a:r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   Telegram:  @[ваш_аккаунт]
</a:t>
            </a:r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  Instagram:  @[ваш_аккаунт]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2026-06-06T04:56:11Z</dcterms:created>
  <dcterms:modified xsi:type="dcterms:W3CDTF">2026-06-06T04:56:11Z</dcterms:modified>
</cp:coreProperties>
</file>